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2743200" cy="10692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3264F"/>
                </a:solidFill>
                <a:latin typeface="Calibri"/>
              </a:defRPr>
            </a:pPr>
            <a:r>
              <a:t>Presentación de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B6080"/>
                </a:solidFill>
                <a:latin typeface="Calibri"/>
              </a:defRPr>
            </a:pPr>
            <a:r>
              <a:t>Pipeline de documentación aramirez-ai — Todos los artefactos gda-ai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5212080"/>
            <a:ext cx="1463040" cy="6350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5BDB"/>
                </a:solidFill>
                <a:latin typeface="Calibri"/>
              </a:defRPr>
            </a:pPr>
            <a:r>
              <a:t>ARTEFACTOS GDA-AI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3264F"/>
                </a:solidFill>
                <a:latin typeface="Calibri"/>
              </a:defRPr>
            </a:pPr>
            <a:r>
              <a:t>1. Catálogo de artefactos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Artefactos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3F6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3 builders: build-deck (PDF), build-image (PNG/SVG), build-report (PDF Letter)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20+ tipos de lámina HTML para presentaciones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13 tipos de gráficos SVG (cero dependencias)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10 tipos de lámina para reportes ejecutivos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3 formatos de fuente: JSON, Markdown, JS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5BDB"/>
                </a:solidFill>
                <a:latin typeface="Calibri"/>
              </a:defRPr>
            </a:pPr>
            <a:r>
              <a:t>CHART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3264F"/>
                </a:solidFill>
                <a:latin typeface="Calibri"/>
              </a:defRPr>
            </a:pPr>
            <a:r>
              <a:t>2. Gráficos SVG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Barras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barras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Barras agrupadas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barras-agrupadas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Barras apiladas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barras-apiladas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Donut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donut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Pastel / Pie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pastel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Líneas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lineas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Progreso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progreso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gauge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chart.tipo: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5BDB"/>
                </a:solidFill>
                <a:latin typeface="Calibri"/>
              </a:defRPr>
            </a:pPr>
            <a:r>
              <a:t>SLIDE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3264F"/>
                </a:solidFill>
                <a:latin typeface="Calibri"/>
              </a:defRPr>
            </a:pPr>
            <a:r>
              <a:t>3. Láminas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Tipos de lámina HTML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3F6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portada — Portada con logo centrado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seccion — Separador de sección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bullets — Lista de viñetas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dos-columnas — Dos columnas con paneles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n-columnas — N columnas flexibles (2-6)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tarjetas — Grid de tarjetas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kpis — Indicadores clave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personas — Perfiles de persona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cita — Bloque de cita destacada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imagen — Figura enmarcada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tabla — Tabla con cabeceras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lamina-completa — Full-bleed con overlay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grafico — Gráfico SVG embebido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imagen-texto — Imagen + texto lado a lado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destacado — Hero stat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comparativa — Comparación antes/después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timeline — Línea de tiempo SVG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proceso / workflow — Pasos numerados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masonry — Galería masonry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faq — Acordeón de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23264F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Tipos de lámina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6080"/>
                </a:solidFill>
                <a:latin typeface="Calibri"/>
              </a:defRPr>
            </a:pPr>
            <a:r>
              <a:t>Zero dependencias. Todos los layouts se renderizan con CSS + SVG inline.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5BDB"/>
                </a:solidFill>
                <a:latin typeface="Calibri"/>
              </a:defRPr>
            </a:pPr>
            <a:r>
              <a:t>REPORT SLIDE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3264F"/>
                </a:solidFill>
                <a:latin typeface="Calibri"/>
              </a:defRPr>
            </a:pPr>
            <a:r>
              <a:t>4. Láminas de reporte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3264F"/>
                </a:solidFill>
                <a:latin typeface="Calibri"/>
              </a:defRPr>
            </a:pPr>
            <a:r>
              <a:t>Tipos para reportes ejecutivos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3F6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doc-cover — Portada con logo centrado y metadatos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section — Separador con barra de acento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text — Párrafos de cuerpo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callout — Caja destacada con headline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table — Tabla genérica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bullets — Lista de viñetas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recommendation — Tarjeta problema/recomendación/acciones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roadmap — Tabla de fases con entregables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kpi-table — Tabla de indicadores</a:t>
            </a:r>
          </a:p>
          <a:p>
            <a:pPr algn="l">
              <a:spcBef>
                <a:spcPts val="400"/>
              </a:spcBef>
              <a:defRPr sz="2200" b="0">
                <a:solidFill>
                  <a:srgbClr val="3A3F63"/>
                </a:solidFill>
                <a:latin typeface="Calibri"/>
              </a:defRPr>
            </a:pPr>
            <a:r>
              <a:t>closing — Bloque de cierre con cita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b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41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3B5BDB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945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64F"/>
                </a:solidFill>
                <a:latin typeface="Calibri"/>
              </a:defRPr>
            </a:pPr>
            <a:r>
              <a:t>La mejor documentación es la que se genera desde el código, con cero dependencias, y se reproduce en cualquier entorno.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6080"/>
                </a:solidFill>
                <a:latin typeface="Calibri"/>
              </a:defRPr>
            </a:pPr>
            <a:r>
              <a:t>— Pipeline aramirez-ai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080"/>
                </a:solidFill>
                <a:latin typeface="Calibri"/>
              </a:defRPr>
            </a:pPr>
            <a:r>
              <a:t>Contenido confidencial de la Gerencia de Desarrollos y Aplicaciones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